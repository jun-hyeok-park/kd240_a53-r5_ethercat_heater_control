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85AC67-D888-9762-0FDB-8077B738D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D31148E-A873-0C45-96EF-37CA8588C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8C5FD5-90B2-5DF3-EC5C-33D105A92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5A3A-9A9B-4589-AE87-0CC0ECC7314E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45EAAC-C031-B888-6BEA-2192725C2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CB1B90-E655-FE17-7288-194A6FD3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3F76-788E-4244-AAE4-8C6E88C1AC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879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05AB10-BAC0-6902-8494-CFA17C96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0092A2-1F0D-C1DE-37D7-B9E90AACF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B84AA3-BCF3-DB42-474D-6A52C6225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5A3A-9A9B-4589-AE87-0CC0ECC7314E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BD505C-A2CE-EA2F-2853-E6E5CCC30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B533A7-1005-4E7A-D15A-FCEF53B19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3F76-788E-4244-AAE4-8C6E88C1AC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36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8BE98B-D73C-07F4-EECE-15B01FDD7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6811C7-0499-F257-7445-0621B68E3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3649C2-9763-1B6B-AF60-5F5EAD6EE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5A3A-9A9B-4589-AE87-0CC0ECC7314E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49B20E-8316-B68D-EF00-39A3602BC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DCC4B4-F248-86D3-A955-BB24189BB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3F76-788E-4244-AAE4-8C6E88C1AC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12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9FCF4A-0506-3BCC-806C-7336431BA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1BC5D1-26D6-121F-F136-E476EF56B7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8A75C7-795D-28C8-E027-65EA0B7F6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6C17B7-8AC5-3BBE-2DEC-93DD91C0B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5A3A-9A9B-4589-AE87-0CC0ECC7314E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F62027-B206-F778-E2D3-2CF692502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E60350-9008-508B-7639-CBA8469B4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3F76-788E-4244-AAE4-8C6E88C1AC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487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2918D1-11B3-BD12-B73E-5FDCB6932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50A7CE-CA93-4F8B-A041-590A6F4C5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D9F1FA-3B05-6395-3D56-17FB481FD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BA18BAD-5E0A-DE52-B3AF-AC1ABB349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F5E3937-72D1-9611-56AB-7D10D7812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1EA514D-199E-6062-477F-531A64A20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5A3A-9A9B-4589-AE87-0CC0ECC7314E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76CB4AD-E219-9085-29D0-D24D00780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14B87E8-D666-23D7-9F2B-49FE9D996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3F76-788E-4244-AAE4-8C6E88C1AC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524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451C58-8124-3129-8A47-121CC1D5B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2B02263-EBBC-8936-BFAE-CAA4B0E1A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5A3A-9A9B-4589-AE87-0CC0ECC7314E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F09F09-1B26-1CCB-2D74-9AE62614D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542D06-AC74-6C2A-B20E-3F4B8C967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3F76-788E-4244-AAE4-8C6E88C1AC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707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2911395-965D-AC62-17BB-A31BE792F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5A3A-9A9B-4589-AE87-0CC0ECC7314E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4FFBE65-46C7-DB9F-C7E8-7499FCA26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4FD21C-3960-0959-4D43-129C2DE7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3F76-788E-4244-AAE4-8C6E88C1AC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663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FE71E4-C6B9-EA17-F512-06FD94611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8923E0-A8FF-1AFD-04F6-1B3D1EA83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0EF5B1-DBF8-A6F3-2718-52BA41783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ACFF74-B1CA-A004-B18F-CA1983B41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5A3A-9A9B-4589-AE87-0CC0ECC7314E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C00B2B-0DA6-3C01-8A9A-1C9065069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C8866B-F6A6-5297-F6E9-47CBB876A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3F76-788E-4244-AAE4-8C6E88C1AC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21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DD22FC-1BFE-0B60-C0D7-46035DBA6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7147392-9FD3-68BA-04D7-55239B4893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A11520-5B11-8813-9671-33656BFD4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B98484-7077-EBFA-42D6-519CA0686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5A3A-9A9B-4589-AE87-0CC0ECC7314E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0EAE92-F933-0D1D-74D3-C815439D2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3EBA21-3EE2-69FF-0385-AC26C431C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3F76-788E-4244-AAE4-8C6E88C1AC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2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920AEF-84FE-4503-C7F2-6D0A899FE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429693-4441-459C-549E-E4F1248C9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B9F0CF-5324-726F-7C11-163ABE287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5A3A-9A9B-4589-AE87-0CC0ECC7314E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FB3EDE-4872-20AF-898E-77875A1B6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8B1A14-C7D7-C92C-2EB7-8D7AA508C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3F76-788E-4244-AAE4-8C6E88C1AC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871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9B87416-3B53-C722-24D8-53203E5D11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A83E511-43E4-615A-EB5B-B1D890A78D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6D44DD-FD2F-0FCA-DD0C-55382BDD9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5A3A-9A9B-4589-AE87-0CC0ECC7314E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2F61EE-3485-1324-227A-5F3737C31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F7F27A-A9EF-416A-93C7-AB32F3C6E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3F76-788E-4244-AAE4-8C6E88C1AC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228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69281E4-8F91-BB7A-B6EC-025C14181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78F0D1-4CD7-C68A-A3E3-1D718B401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8FA833-5E68-2F2A-3BD1-143E4697DB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995A3A-9A9B-4589-AE87-0CC0ECC7314E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6FE17A-A79A-1E4B-B8A5-B927D6383A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6473D1-69B0-1201-4A68-CD54171593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153F76-788E-4244-AAE4-8C6E88C1AC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608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1102A38-176A-9683-04E2-083DDB19D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031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로텍 프</dc:creator>
  <cp:lastModifiedBy>로텍 프</cp:lastModifiedBy>
  <cp:revision>1</cp:revision>
  <dcterms:created xsi:type="dcterms:W3CDTF">2026-05-14T05:18:28Z</dcterms:created>
  <dcterms:modified xsi:type="dcterms:W3CDTF">2026-05-14T05:18:42Z</dcterms:modified>
</cp:coreProperties>
</file>
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DFDBB-D907-81B5-9C5B-194CB771A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71C61B7-8B29-319F-7D33-A2BB72215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CC6A2F-DEC1-21CA-28F0-7366CC1C7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B35D9-189A-6CFF-E7B3-4D4CBEE9D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FDAAC3-E792-F35A-708A-867289FAE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409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C26DD-3E9F-24DC-56BA-9EA26807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0E18F6-3F36-E9C4-5D55-C2908C6101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FA8E175-3449-D9B7-F5E1-65DF82A38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22D5B0-04E9-01FD-63AB-C2A9C146A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400DBC-8C6F-B94D-14BC-6E53E8D3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4689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83D239-DE3B-D435-6CEB-EFC0889C2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A3B822-629B-3208-C861-D66E8BB17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0BACB3-910A-EA24-D1EF-E5242EF7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4636AB-CFD1-72A0-12ED-26C1314BB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6EFF8E7-C834-E771-5ADD-8420E8E99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173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5E758-2AF0-18F3-2471-961CB7895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FF9796-43C6-9688-CF19-4ED682D0BC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F42CFE8-7EEB-A7F4-D7EA-242F7A2CBF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D02E79-38D6-C75F-F01F-B9D49BE18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17F4C9-FE48-50DE-F15E-8B1C519C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5E4BBB-E02A-1E28-E6F8-AAAC33876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170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4DD7CB-C7C0-0A62-B81C-C7774AF88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2312C1-196C-B333-76B7-E69AF92ABC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94F39B8-FF32-0306-B412-D60006D12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38094DE-04F8-7DCF-9AAF-D76E1665A3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04EAD49-9260-0BBD-EA9F-71120ACB88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22AC9DD-2094-4975-047E-397FAE51D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75145FE-B1FC-913F-A536-3D855D14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0586AF1-6213-3FF1-A09B-BCCED55C8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0646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E70E59-81FE-8496-9DEC-D8B20A9B6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505B07-E641-B396-DCE0-162EC02A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8EA0EC-F0B4-505A-CCB9-587AF2A8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4CCF1F3-54F9-776B-3AB8-69B6B317D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7436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3B85D4D-0184-0B14-EB78-72EC13DD2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AD46578-8894-AEF9-39F2-429CDD624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8F813-8533-47A6-421C-C6F1FBEBF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887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E25DD-DDC3-DC2B-8921-DC833BD34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20B5EC-9C94-4DBD-81A5-4AD81035AB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FBB003-2183-778C-265F-91EADDF35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12A3E3-F702-96B8-D2E1-36117BD99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4F28F1-F462-4A40-1F40-C9AE4398D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1BE3550-3D0C-E9E5-A133-0E0154DCC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23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9322EE-52DF-91EE-3B93-B8B4FDB60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85A0F7F-89C0-4A38-DAC5-9313FCC550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4E786D-622D-0D02-58DC-E942BC7EC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532873-2F96-32B8-C037-03E5A887E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C9FC7D-E120-BB13-ABB2-EFCB83E6F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00E6160-4B8E-36A6-FEA8-86E03802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97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32C1D5-38AF-DB25-6FD1-261A1E3CB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4D40C1-B38C-275D-3CB0-495F29A4A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B083A-C6FF-3899-3BF9-C8B1278CB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85DC9B-BD5E-67E5-DC13-2705B07A9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0079C-1FA6-9206-E125-366095488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50094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EAEC6DB-DC38-F017-F21A-E4C063EACD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E0D394F-9C18-E3D3-4E36-44377C9D62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D6EE223-DC4A-C430-6919-B6A82DA21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23C302-19FF-841C-1585-5318A2917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4231BE4-CCE6-6BCF-AF14-05BF2100E7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4118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7CB8345-6329-58C9-E377-B3EE7F83F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3F0DA6-BE4C-F44A-BDC9-155F3743C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251F78-AB0E-525E-98E8-C957BFDA5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ACF16B-1542-41CE-A2CE-060C0DFB45BF}" type="datetimeFigureOut">
              <a:rPr lang="ko-KR" altLang="en-US" smtClean="0"/>
              <a:t>2026-05-27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864D67F-1D8B-63C0-95C9-0108B117DB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0E06D6-1B84-6EC5-45F3-5AD7CD3C76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F0015A-2F5A-4C45-973E-5E634E2B779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9519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B9B0722-2845-6838-7B52-B24F7B4E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92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와이드스크린</PresentationFormat>
  <Paragraphs>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로텍 프</dc:creator>
  <cp:lastModifiedBy>로텍 프</cp:lastModifiedBy>
  <cp:revision>1</cp:revision>
  <dcterms:created xsi:type="dcterms:W3CDTF">2026-05-26T23:56:26Z</dcterms:created>
  <dcterms:modified xsi:type="dcterms:W3CDTF">2026-05-26T23:57:03Z</dcterms:modified>
</cp:coreProperties>
</file>
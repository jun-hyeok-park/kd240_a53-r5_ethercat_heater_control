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71D7E-108C-F5AB-199F-EB7DA736D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78739A-D866-EEC8-1EDC-0E073B709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313A0-ADB2-0690-8038-6EBE8D13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1D9EF4-495F-2A9D-348D-E5208E55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040D4-7D38-08B9-CDF2-0D5E2B4F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68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89D2F-417A-69C5-85AE-17AF331D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9BD551-D503-3C2F-E7DC-C785E858C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3BDDF-C5EF-2C21-81AC-5A45619E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B9307-F99D-A6B0-8513-ABD58894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DC152-1869-9CF0-10CB-9CA4BEC7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40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25EF8-1E22-50E7-19D7-53DFFDAD0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ECA78E-7081-8EF8-6B8D-5D54DFACC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48655-2F27-13C8-DEEF-C20D5A8A9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EFDAD-BACF-EA9B-0EFF-A1443956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3B387-4CA2-33DF-8912-3F27C5FC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93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9CC85-F824-5A59-D65A-FB640066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57420A-23E5-22F4-8F0B-3FEC98989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BB7091-A230-F720-FA9E-15FA124B3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436411-6019-4346-AB75-1CB126BE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1FA3B9-7D76-084D-BEDD-52B351EEB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4C50F-F6C2-5E16-072F-DCC5AD9C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72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CDD88-C64B-3819-5158-234697AC2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A308D5-4444-DFD4-3D60-278218D93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9D9B4E-13C2-CD28-7F65-D16EE4261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319BDD-B052-A295-8AF4-765208842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EE75B7-ABF9-3FA5-380C-3331D80B6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6A6F71-2CCA-095F-CC19-AB60C375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5E44F2-1A9C-5CD9-B1A1-C400B589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27B03E-8FFF-BDAC-884A-F87CCA8C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22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8146E-80E9-6475-79F8-DC897065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ACD8A3-A074-069E-045E-F8F90723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BC3136-9F5C-40F8-E2E9-9F7CACFD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F74B45-2713-F4BC-C2F5-E58A8ED4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86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A0D7CE-31D6-9170-19BB-F2439128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39B5CF-D621-2677-85D7-F7969C87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F60F32-BB2B-0B2C-5B15-0BC47933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8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7903A-64C9-40F5-6F81-AE3F0B81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817638-6E82-5D22-823C-9DCB3DC40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87BCBE-2DB2-8A45-EEC6-EAA78C71B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590CFA-640A-D2C7-CD0A-0F311299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17E4-6A41-3921-6AF9-7C8E532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3545BC-3D10-47CB-5026-F852B4DD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1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137E8-DF18-7093-059C-F32234F9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77F47A-758D-2C5E-0086-CBFA0B0F75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B88A20-D983-74E6-F144-4490601B6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C51E20-1260-7BCC-38D5-5BC990C5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43B2C2-07DE-F1E6-E391-CC118C3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9799E0-41C8-DAFB-8DEA-0BEC3CF2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89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A56DB-6DA8-4F94-D51E-65B593C2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48978D-7CE7-8A47-1F5A-70896AB7B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3A115-5CEC-FF33-122D-3F3E3CAE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E1A4C-2208-FBF4-E5A3-18AF7525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919B3F-570A-EEA3-2CCF-CF61A973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23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55DF1F-AD62-6B30-CE67-1D4B952C2B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1AC05F-2327-F8F3-8B14-277B1BF3B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AC0977-1C18-4D4C-BE03-9435FCD8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E4FF49-1AE8-4E0C-24D1-128CE5D5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FCCB0F-1192-C7A5-6667-52DA856D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136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4FE9C4-3C47-95B2-DE25-FD647BC0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746BBA-DF4E-9371-AE33-BE7ADF566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9ABD72-61A3-BBEA-250F-582891B73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03CA7-3704-4643-A347-A29B8F823E4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E60E64-3C26-1687-FBF2-E25B7D83D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D6ADF-909D-2201-63B7-44BB257FC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309C4-A738-4EB2-8334-B3F3ACAD5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50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8B035D6-2B0A-A332-BD64-6DFD6F73C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7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로텍 프</dc:creator>
  <cp:lastModifiedBy>로텍 프</cp:lastModifiedBy>
  <cp:revision>1</cp:revision>
  <cp:lastPrinted>2026-05-20T01:48:42Z</cp:lastPrinted>
  <dcterms:created xsi:type="dcterms:W3CDTF">2026-05-20T01:48:38Z</dcterms:created>
  <dcterms:modified xsi:type="dcterms:W3CDTF">2026-05-20T02:05:07Z</dcterms:modified>
</cp:coreProperties>
</file>
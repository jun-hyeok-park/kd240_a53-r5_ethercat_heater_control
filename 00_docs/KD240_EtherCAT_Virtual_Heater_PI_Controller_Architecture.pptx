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914202-399E-00C2-A987-06895E721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31EDFF-1A82-3424-A72F-A4FCC3890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644E8F-7992-B9A5-4180-4B7D9830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783CA9-6EFB-7701-5AEA-7B505C4C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F64ED8-DA8F-A0BD-629D-83474629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0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B1FF9-7ED3-63DD-DA13-60900485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E4DF4D-31CC-C2C7-CCB5-F010088EE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ED329-FB97-D6F1-9FA2-08ACE577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F811A-0CED-9A75-3A3E-6654FFB4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C7B2CF-8B1E-0917-DA2A-FA812141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77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C9E43-E72D-C82A-C994-BBC1E06F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5D22E3-D37D-F8B6-8D9F-ED272E72F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47D626-D987-9DA6-5CDC-68083B417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56EC3E-00D8-6E8A-93A6-2873A00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2652C0-F605-6B60-A21B-D7F78152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69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6C7DD-AA42-96D5-A5F0-C7787BB0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5D3169-8839-9693-75E0-C4C6C3F11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5E90EC-663C-4D5A-B5AA-AAE3C96F5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0EC08E-D551-8FFC-B81E-DAC9EA3A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A310C1-67F7-D8CC-595A-359DDED6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0B810B-D11F-E2B1-BE8C-2A5822E1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39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EE389-DE92-C6B3-41A9-D2211879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52BF7B-5515-8E3D-1252-FFC895518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B9192A-EFC5-63EE-FC4B-99A18E4B4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1C66BC-E3B4-6915-6FB1-EA04C03DE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E729F1-3D17-ABC7-1A9F-995E59A50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C7A298-CD67-8C05-B56B-93EBF37F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79217C-D727-24DF-A238-6537FA6F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434D0F-9DFA-9495-2D7E-3495E8BA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91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18A73-D018-DE4E-28D4-9FB72D8D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2DF68D-49EB-6B58-7282-478DF30E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35B832-7059-E904-BACD-4FE6D79A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40985E-CB21-2FE6-1196-AA912A30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568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5B9461-7370-488C-AAC3-EAE1E213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57C7FF-A3AF-2F59-8564-C144A687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525240-E779-C03F-37D1-DC1D10CF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279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C3352-7201-42CB-F06B-DD02AAC09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539D32-71BB-74EF-EAB8-0B83915BD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32B935-DCA4-3C00-69CD-9C8FF4619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36FD7E-0B1E-CBD8-BDE4-0659BACC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C1FCD8-2E8C-9341-26A5-AAFDE812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D2B190-9C19-85A3-A0BF-5FB7D57F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222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BEBD9-9C67-DF1E-A399-1A39484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C3166D-F34C-F29A-B0CC-E84AFFABB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B370E1-99FC-7A92-5E14-38B0A1160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C9E4D0-0656-C830-0D38-4293B3E7E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8A5444-C85D-3E5D-7746-6D150F59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CBE3FE-C324-4EA8-D949-671FF602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37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22D93-3AE8-63B8-4831-C3FC8BDD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C3FBA2-D8CA-91C9-6FD9-C43A6CD49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B660A7-0322-64F0-630A-B7642848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7733BF-16A7-A72C-9A1A-190BE72C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52049-47F5-8C64-E8D0-4CFC8D3D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62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EF222E-2427-E7AE-3B44-252D5C39D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EBE867-C05A-CA6B-3744-C09534129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888CA3-7D43-2B67-485C-0AB3F309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6A6A65-692F-BC38-4ADD-F6D3759E2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C6A0BF-5BDF-2770-E6B8-D56ACA84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21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1468A9-24CB-17DA-F5F7-8DF440A6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AB2940-A089-DA2B-E79F-D7A2166D5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05D2EE-2B8A-E5F5-5FD7-3DEF214729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4CE6F-D72E-4B1D-8E96-48AB595A687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0F0200-C725-5444-C980-B5D4EAE17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6A058-37D1-2D16-AF50-745ACB5B6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449F2-19B5-4794-B3DA-1E4C62ECC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74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7D96FD5-09B8-8B51-F99D-B5ED5C27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72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로텍 프</dc:creator>
  <cp:lastModifiedBy>로텍 프</cp:lastModifiedBy>
  <cp:revision>1</cp:revision>
  <dcterms:created xsi:type="dcterms:W3CDTF">2026-05-21T08:34:07Z</dcterms:created>
  <dcterms:modified xsi:type="dcterms:W3CDTF">2026-05-21T08:35:05Z</dcterms:modified>
</cp:coreProperties>
</file>